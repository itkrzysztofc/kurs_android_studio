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4" r:id="rId9"/>
    <p:sldId id="262" r:id="rId10"/>
    <p:sldId id="265" r:id="rId11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 smtClean="0"/>
              <a:t>Kliknij, aby edytować styl wzorca podtytułu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DC51-9F40-4DD7-952F-1896445D017B}" type="datetimeFigureOut">
              <a:rPr lang="pl-PL" smtClean="0"/>
              <a:t>16.05.2021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EC51-EDB9-4AED-B45E-9F86C34F5E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9927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DC51-9F40-4DD7-952F-1896445D017B}" type="datetimeFigureOut">
              <a:rPr lang="pl-PL" smtClean="0"/>
              <a:t>16.05.2021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EC51-EDB9-4AED-B45E-9F86C34F5E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7862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DC51-9F40-4DD7-952F-1896445D017B}" type="datetimeFigureOut">
              <a:rPr lang="pl-PL" smtClean="0"/>
              <a:t>16.05.2021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EC51-EDB9-4AED-B45E-9F86C34F5E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3510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DC51-9F40-4DD7-952F-1896445D017B}" type="datetimeFigureOut">
              <a:rPr lang="pl-PL" smtClean="0"/>
              <a:t>16.05.2021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EC51-EDB9-4AED-B45E-9F86C34F5E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482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DC51-9F40-4DD7-952F-1896445D017B}" type="datetimeFigureOut">
              <a:rPr lang="pl-PL" smtClean="0"/>
              <a:t>16.05.2021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EC51-EDB9-4AED-B45E-9F86C34F5E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6111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DC51-9F40-4DD7-952F-1896445D017B}" type="datetimeFigureOut">
              <a:rPr lang="pl-PL" smtClean="0"/>
              <a:t>16.05.2021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EC51-EDB9-4AED-B45E-9F86C34F5E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33492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DC51-9F40-4DD7-952F-1896445D017B}" type="datetimeFigureOut">
              <a:rPr lang="pl-PL" smtClean="0"/>
              <a:t>16.05.2021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EC51-EDB9-4AED-B45E-9F86C34F5E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214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DC51-9F40-4DD7-952F-1896445D017B}" type="datetimeFigureOut">
              <a:rPr lang="pl-PL" smtClean="0"/>
              <a:t>16.05.2021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EC51-EDB9-4AED-B45E-9F86C34F5E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4633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 smtClean="0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DC51-9F40-4DD7-952F-1896445D017B}" type="datetimeFigureOut">
              <a:rPr lang="pl-PL" smtClean="0"/>
              <a:t>16.05.2021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EC51-EDB9-4AED-B45E-9F86C34F5E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807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DC51-9F40-4DD7-952F-1896445D017B}" type="datetimeFigureOut">
              <a:rPr lang="pl-PL" smtClean="0"/>
              <a:t>16.05.2021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EC51-EDB9-4AED-B45E-9F86C34F5E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6582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DC51-9F40-4DD7-952F-1896445D017B}" type="datetimeFigureOut">
              <a:rPr lang="pl-PL" smtClean="0"/>
              <a:t>16.05.2021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EC51-EDB9-4AED-B45E-9F86C34F5E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03029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 smtClean="0"/>
              <a:t>Kliknij, aby edytować styl</a:t>
            </a:r>
            <a:endParaRPr lang="pl-PL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pl-PL"/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DDC51-9F40-4DD7-952F-1896445D017B}" type="datetimeFigureOut">
              <a:rPr lang="pl-PL" smtClean="0"/>
              <a:t>16.05.2021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EC51-EDB9-4AED-B45E-9F86C34F5EC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1898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smtClean="0"/>
              <a:t>Instalacja </a:t>
            </a:r>
            <a:r>
              <a:rPr lang="pl-PL" dirty="0" err="1" smtClean="0"/>
              <a:t>Intelij</a:t>
            </a:r>
            <a:r>
              <a:rPr lang="pl-PL" dirty="0" smtClean="0"/>
              <a:t> IDEA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79546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smtClean="0"/>
              <a:t>Strona producenta</a:t>
            </a:r>
            <a:endParaRPr lang="pl-PL" dirty="0"/>
          </a:p>
        </p:txBody>
      </p:sp>
      <p:pic>
        <p:nvPicPr>
          <p:cNvPr id="4" name="Symbol zastępczy zawartości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6621" y="1825625"/>
            <a:ext cx="81587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46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996" y="1580892"/>
            <a:ext cx="4706007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24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181" y="1580892"/>
            <a:ext cx="4753638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454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944" y="1595181"/>
            <a:ext cx="4744112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898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944" y="1580892"/>
            <a:ext cx="4744112" cy="369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612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470" y="1590418"/>
            <a:ext cx="4725059" cy="367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478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944" y="1576129"/>
            <a:ext cx="4744112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12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pic>
        <p:nvPicPr>
          <p:cNvPr id="4" name="Obraz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811" y="1533260"/>
            <a:ext cx="6106377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937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86456371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Office PowerPoint</Application>
  <PresentationFormat>Panoramiczny</PresentationFormat>
  <Paragraphs>2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Motyw pakietu Office</vt:lpstr>
      <vt:lpstr>Instalacja Intelij IDEA</vt:lpstr>
      <vt:lpstr>Strona producenta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Instalacja Intelij IDEA</dc:title>
  <dc:creator>Konto Microsoft</dc:creator>
  <cp:lastModifiedBy>Konto Microsoft</cp:lastModifiedBy>
  <cp:revision>4</cp:revision>
  <dcterms:created xsi:type="dcterms:W3CDTF">2021-05-14T10:44:03Z</dcterms:created>
  <dcterms:modified xsi:type="dcterms:W3CDTF">2021-05-16T16:43:20Z</dcterms:modified>
</cp:coreProperties>
</file>